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Tahom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WhlvjB0Qti5cfpMPphKlUZxHz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ahom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idx="1" type="subTitle"/>
          </p:nvPr>
        </p:nvSpPr>
        <p:spPr>
          <a:xfrm>
            <a:off x="3352800" y="5791200"/>
            <a:ext cx="629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type="ctrTitle"/>
          </p:nvPr>
        </p:nvSpPr>
        <p:spPr>
          <a:xfrm>
            <a:off x="3759200" y="26670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>
                <a:solidFill>
                  <a:srgbClr val="14408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1625600" y="6629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4673600" y="6629400"/>
            <a:ext cx="13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"/>
          <p:cNvGrpSpPr/>
          <p:nvPr/>
        </p:nvGrpSpPr>
        <p:grpSpPr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" name="Google Shape;11;p8"/>
            <p:cNvSpPr/>
            <p:nvPr/>
          </p:nvSpPr>
          <p:spPr>
            <a:xfrm>
              <a:off x="2448" y="384"/>
              <a:ext cx="3312" cy="9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8"/>
            <p:cNvSpPr/>
            <p:nvPr/>
          </p:nvSpPr>
          <p:spPr>
            <a:xfrm>
              <a:off x="2448" y="500"/>
              <a:ext cx="3312" cy="9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7" name="Google Shape;17;p8"/>
          <p:cNvGrpSpPr/>
          <p:nvPr/>
        </p:nvGrpSpPr>
        <p:grpSpPr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8" name="Google Shape;18;p8"/>
            <p:cNvSpPr/>
            <p:nvPr/>
          </p:nvSpPr>
          <p:spPr>
            <a:xfrm>
              <a:off x="412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8"/>
            <p:cNvSpPr/>
            <p:nvPr/>
          </p:nvSpPr>
          <p:spPr>
            <a:xfrm rot="5400000">
              <a:off x="412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"/>
            <p:cNvSpPr/>
            <p:nvPr/>
          </p:nvSpPr>
          <p:spPr>
            <a:xfrm>
              <a:off x="460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"/>
            <p:cNvSpPr/>
            <p:nvPr/>
          </p:nvSpPr>
          <p:spPr>
            <a:xfrm rot="5400000">
              <a:off x="460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8"/>
          <p:cNvSpPr txBox="1"/>
          <p:nvPr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HCMC </a:t>
            </a: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Technology and Education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about:blank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/>
          <p:nvPr>
            <p:ph type="ctrTitle"/>
          </p:nvPr>
        </p:nvSpPr>
        <p:spPr>
          <a:xfrm>
            <a:off x="3200400" y="2143115"/>
            <a:ext cx="86106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Môn: Phát triển ứng dụng di động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(Tuần 2-Project cuối kì)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Guide: Huỳnh Hoàng Hà</a:t>
            </a:r>
            <a:endParaRPr b="1" sz="2000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" name="Google Shape;3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752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Mô hình dự kiến </a:t>
            </a:r>
            <a:endParaRPr/>
          </a:p>
        </p:txBody>
      </p:sp>
      <p:pic>
        <p:nvPicPr>
          <p:cNvPr id="44" name="Google Shape;44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0" y="1143000"/>
            <a:ext cx="100584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Chức năng Mobile App </a:t>
            </a:r>
            <a:endParaRPr/>
          </a:p>
        </p:txBody>
      </p:sp>
      <p:pic>
        <p:nvPicPr>
          <p:cNvPr id="50" name="Google Shape;50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426" y="1295400"/>
            <a:ext cx="10865548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Quy trình triển khai</a:t>
            </a:r>
            <a:endParaRPr/>
          </a:p>
        </p:txBody>
      </p:sp>
      <p:pic>
        <p:nvPicPr>
          <p:cNvPr id="56" name="Google Shape;5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092201"/>
            <a:ext cx="7620000" cy="5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Tiến độ thực tế (dự kiến)</a:t>
            </a:r>
            <a:endParaRPr/>
          </a:p>
        </p:txBody>
      </p:sp>
      <p:sp>
        <p:nvSpPr>
          <p:cNvPr id="62" name="Google Shape;62;p5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Link:https: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//docs.google.com/spreadsheets/d/1qN74SvrrdN4LHQbeoC8bmP_FywuzR8jE/edit?usp=sharing&amp;ouid=100093805528198327086&amp;rtpof=true&amp;sd=true</a:t>
            </a:r>
            <a:endParaRPr sz="2000"/>
          </a:p>
        </p:txBody>
      </p:sp>
      <p:pic>
        <p:nvPicPr>
          <p:cNvPr id="63" name="Google Shape;63;p5"/>
          <p:cNvPicPr preferRelativeResize="0"/>
          <p:nvPr/>
        </p:nvPicPr>
        <p:blipFill rotWithShape="1">
          <a:blip r:embed="rId4">
            <a:alphaModFix/>
          </a:blip>
          <a:srcRect b="26332" l="0" r="0" t="0"/>
          <a:stretch/>
        </p:blipFill>
        <p:spPr>
          <a:xfrm>
            <a:off x="993515" y="1981201"/>
            <a:ext cx="10103369" cy="4313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Report mỗi tuần ( 🡪 đồng bộ lên github)</a:t>
            </a:r>
            <a:endParaRPr/>
          </a:p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Link project nhóm: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https://github.com/meeTeam05/smart-air-cps.git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2842661" y="2819400"/>
            <a:ext cx="6858000" cy="7620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0"/>
                </a:gradFill>
                <a:latin typeface="Verdana"/>
              </a:rPr>
              <a:t>Thank You</a:t>
            </a:r>
          </a:p>
        </p:txBody>
      </p:sp>
      <p:sp>
        <p:nvSpPr>
          <p:cNvPr id="75" name="Google Shape;75;p7"/>
          <p:cNvSpPr/>
          <p:nvPr/>
        </p:nvSpPr>
        <p:spPr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www.themegallery.com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2017-11-10T03:20:57Z</dcterms:created>
  <dc:creator>FANCA</dc:creator>
</cp:coreProperties>
</file>